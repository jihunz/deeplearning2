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LEARNING · TERM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25535" y="621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097280"/>
            <a:ext cx="105457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 </a:t>
            </a:r>
            <a:pPr indent="0" marL="0">
              <a:buNone/>
            </a:pPr>
            <a:r>
              <a:rPr lang="en-US" sz="50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pPr indent="0" marL="0">
              <a:buNone/>
            </a:pPr>
            <a:r>
              <a:rPr lang="en-US" sz="5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Transformer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Encoder, 텍스트 분류에서의 통제된 비교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85876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 News 4-class 주제 분류, 두 시퀀스 인코더를 동일 조건에서 비교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4956048"/>
            <a:ext cx="105457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486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5230368"/>
            <a:ext cx="9128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장지훈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(ETRI School · 02521122)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8155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5797296"/>
            <a:ext cx="9128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과학기술연합대학원대학교 ETRI 스쿨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경쟁이 아니라,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구조가 왜 다른지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규명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0068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828800" y="1882394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 News 4-class 뉴스 주제 분류 (World·Sports·Business·Sci-Tech)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LSTM과 Transformer Encoder를 모두 from scratch로 학습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022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7708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828800" y="3558794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데이터·전처리·어휘·시퀀스 길이·학습 예산을 동일하게 고정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 구조만 유일한 변수로 둔다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6786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25348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828800" y="5235194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성능·수렴·data efficiency·오분류 양상이 어떻게 다른가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그 차이의 원인은 무엇인가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balanced 4-class, 어휘는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train에서만 구축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(leakage 방지)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63640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828800" y="1845352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 108,000 / Validation 12,000 / Test 7,600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42 고정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8197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65957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828800" y="3447669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World, Sports, Business, Sci-Tech 4개, balanced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 약 27,000 / test 1,900 each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530513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68274"/>
            <a:ext cx="1371600" cy="78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828800" y="5049986"/>
            <a:ext cx="9905695" cy="78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 단위 tokenization (소문자화)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vocabulary: train-only, 상한 20,000, min frequency 2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length 128, padding 위치는 masking으로 무시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골격,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encoder만 교체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18913"/>
            <a:ext cx="132588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골격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783080" y="1700625"/>
            <a:ext cx="995141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Embedding(128) → Encoder → masked mean pooling → Linear(4)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 한 조각만 교체, 나머지는 동일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3874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31776"/>
            <a:ext cx="132588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783080" y="3013488"/>
            <a:ext cx="995141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bidirectional · 2 layers · hidden 128 / output dim 256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trainable params 3,220,484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51605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44638"/>
            <a:ext cx="132588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83080" y="4326350"/>
            <a:ext cx="995141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layers · 4 heads · FFN 256 · sinusoidal PE / model dim 128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trainable params 2,825,476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2644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657501"/>
            <a:ext cx="132588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783080" y="5639213"/>
            <a:ext cx="995141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임베딩이 지배적이라 두 모델 파라미터는 약 14% 차로 비슷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유일한 변수 =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 구조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(나머지 전부 고정)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18913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828800" y="1700625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split, tokenizer, vocabulary, max length, pooling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optimizer, learning rate, batch size, epoch, seed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3874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31776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828800" y="3013488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Adam, learning rate 0.001, batch 64, 최대 8 epochs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dropout 0.1, seed 42, model selection은 validation, test는 1회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51605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44638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Ablation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828800" y="4326350"/>
            <a:ext cx="99056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training set 5 / 25 / 50 / 100%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vocabulary 고정, stratified 추출, val·test는 항상 전체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2644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657501"/>
            <a:ext cx="137160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828800" y="5639213"/>
            <a:ext cx="990569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accuracy, macro F1-score, loss curve, confusion matrix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0.910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vs LSTM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0.833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격차의 원인은 overfitting</a:t>
            </a:r>
            <a:endParaRPr lang="en-US" sz="2100" dirty="0"/>
          </a:p>
        </p:txBody>
      </p:sp>
      <p:pic>
        <p:nvPicPr>
          <p:cNvPr id="4" name="Image 0" descr="/Users/jihunjang/workspace/ust/deeplearning2/term-project-lstm-vs-transformer-agnews/redesign/fig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7295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541264"/>
            <a:ext cx="146304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920240" y="5522976"/>
            <a:ext cx="981425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accuracy 0.910 · macro F1 0.909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946394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046978"/>
            <a:ext cx="146304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920240" y="6028690"/>
            <a:ext cx="981425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accuracy 0.833 · macro F1 0.835, val loss 폭증으로 best epoch 2 저장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645210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모델 공통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↔ Sci/Tech 혼동</a:t>
            </a:r>
            <a:endParaRPr lang="en-US" sz="2100" dirty="0"/>
          </a:p>
        </p:txBody>
      </p:sp>
      <p:pic>
        <p:nvPicPr>
          <p:cNvPr id="4" name="Image 0" descr="/Users/jihunjang/workspace/ust/deeplearning2/term-project-lstm-vs-transformer-agnews/redesign/fig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7295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345557"/>
            <a:ext cx="155448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오답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011680" y="5327269"/>
            <a:ext cx="972281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428건, 61%가 Business/Sci-Tech 경계 (의미 중첩에 따른 모호성)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7835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917057"/>
            <a:ext cx="155448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 단독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011680" y="5898769"/>
            <a:ext cx="972281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841건, 오류가 전 class에 분산되며 Transformer 단독(259건)의 3.2배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LSTM은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25%에서 포화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Transformer는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향상</a:t>
            </a:r>
            <a:endParaRPr lang="en-US" sz="2100" dirty="0"/>
          </a:p>
        </p:txBody>
      </p:sp>
      <p:pic>
        <p:nvPicPr>
          <p:cNvPr id="4" name="Image 0" descr="/Users/jihunjang/workspace/ust/deeplearning2/term-project-lstm-vs-transformer-agnews/redesign/fig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4922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554480"/>
            <a:ext cx="4510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203784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95360" y="2019554"/>
            <a:ext cx="313913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데이터에 따라 단조 향상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scaling: 더 줄수록 더 좋아짐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3048000"/>
            <a:ext cx="4510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353136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0" y="3513074"/>
            <a:ext cx="313913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25%에서 정점 후 정체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overfitting으로 추가 데이터를 못 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4541520"/>
            <a:ext cx="4510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5024882"/>
            <a:ext cx="13716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기각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595360" y="5006594"/>
            <a:ext cx="313913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'data-hungry' 가설 기각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구간에서 Transformer 우위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6035040"/>
            <a:ext cx="4510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bag-of-words 과제, 격차는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순서가 아닌 robustness</a:t>
            </a:r>
            <a:endParaRPr lang="en-US" sz="2100" dirty="0"/>
          </a:p>
        </p:txBody>
      </p:sp>
      <p:pic>
        <p:nvPicPr>
          <p:cNvPr id="4" name="Image 0" descr="/Users/jihunjang/workspace/ust/deeplearning2/term-project-lstm-vs-transformer-agnews/redesign/fig_mechani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11277295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754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002657"/>
            <a:ext cx="155448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 on/off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011680" y="4984369"/>
            <a:ext cx="972281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with-PE 0.910 vs no-PE 0.911 (차이 -0.001) → 순서 정보가 거의 불필요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5549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802757"/>
            <a:ext cx="1554480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robustness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011680" y="5784469"/>
            <a:ext cx="9722815" cy="34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LSTM은 비주제어 'giddy'에 쏠려 오답, Transformer는 주제 토큰에 분산하여 정답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buNone/>
            </a:pPr>
            <a:r>
              <a:rPr lang="en-US" sz="1250" dirty="0">
                <a:solidFill>
                  <a:srgbClr val="BFC6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조건에서 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 우수</a:t>
            </a:r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원인은 generalization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132"/>
            <a:ext cx="18288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286000" y="1672844"/>
            <a:ext cx="94484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조건에서 test accuracy 0.910 vs 0.833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 구조만 바꾼 통제된 비교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831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48432"/>
            <a:ext cx="18288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286000" y="2930144"/>
            <a:ext cx="94484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generalization 차이: LSTM은 overfitting하여 25%에서 포화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Transformer는 안정적으로 확장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5732"/>
            <a:ext cx="18288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성격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286000" y="4187444"/>
            <a:ext cx="94484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bag-of-words, positional encoding 제거해도 정확도 동일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격차는 순서 처리가 아니라 robustness에서 비롯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977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463032"/>
            <a:ext cx="1828800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한계·향후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286000" y="5444744"/>
            <a:ext cx="9448495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seed → 다중 seed 재확인, LSTM regularization 강화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순서가 중요한 과제에서 positional encoding 재검증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2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장지훈</dc:creator>
  <cp:lastModifiedBy>장지훈</cp:lastModifiedBy>
  <cp:revision>1</cp:revision>
  <dcterms:created xsi:type="dcterms:W3CDTF">2026-06-20T01:53:59Z</dcterms:created>
  <dcterms:modified xsi:type="dcterms:W3CDTF">2026-06-20T01:53:59Z</dcterms:modified>
</cp:coreProperties>
</file>